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7760" y="320040"/>
            <a:ext cx="1924812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MEDICAL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AI-Powered MRI Analysis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4AA"/>
                </a:solidFill>
              </a:rPr>
              <a:t>Automated segmentation · Volumetric measurement ·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BB"/>
                </a:solidFill>
              </a:rPr>
              <a:t>Designed for radiologists — faster reads, consistent measurements, full PACS integration.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3520440"/>
            <a:ext cx="4206240" cy="502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39" y="36118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🧠  Brain Tumor Segmentation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520440"/>
            <a:ext cx="4206240" cy="502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6118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📐  Volumetric Measurements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4178808"/>
            <a:ext cx="4206240" cy="502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39" y="42702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✅  QA &amp; Artifact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178808"/>
            <a:ext cx="4206240" cy="502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702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🔗  PACS / DICOM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For Doctors &amp; Radiologists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201168"/>
            <a:ext cx="1403604" cy="25603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What Radiologists Face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3703320" cy="2148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214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Time-Consuming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871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Manual volumetric measurement of brain lesions takes 20–40 min per study, creating workflow bottlenecks.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463040"/>
            <a:ext cx="3703320" cy="2148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6276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214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Inconsistent Measurements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4871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Inter-reader variability in tumor volume can exceed 15–20%, complicating treatment response monitoring.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0456" y="1463040"/>
            <a:ext cx="3703320" cy="2148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6276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1214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Subtle Findings Missed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4871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High case volumes and fatigue increase the risk of missing small or evolving lesions.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94760"/>
            <a:ext cx="3703320" cy="2148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531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No Structured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1888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Results locked in free-text reports make longitudinal comparison and research difficult.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3794760"/>
            <a:ext cx="3703320" cy="2148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🛤️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4531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Manual Study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81888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Coordinators manually triage studies, leading to delays and mis-routing errors.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3794760"/>
            <a:ext cx="3703320" cy="2148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🏗️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44531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Siloed AI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81888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Existing AI tools lack PACS integration and cannot compare results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80" y="201168"/>
            <a:ext cx="1316736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One Platform.  End-to-End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55448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444752"/>
            <a:ext cx="320040" cy="32004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53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Upload /
PACS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DICOM via
Orthanc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7" y="1755648"/>
            <a:ext cx="146304" cy="13716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84831" y="1371600"/>
            <a:ext cx="155448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1" y="1444752"/>
            <a:ext cx="320040" cy="32004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1453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Auto
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Smart pipeline
assignment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755648"/>
            <a:ext cx="146304" cy="13716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3904" y="1371600"/>
            <a:ext cx="155448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1444752"/>
            <a:ext cx="320040" cy="32004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1453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QA
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Detect artifacts
&amp;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6672" y="1755648"/>
            <a:ext cx="146304" cy="13716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1371600"/>
            <a:ext cx="155448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17336" y="1444752"/>
            <a:ext cx="320040" cy="32004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1453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AI
Segment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SegResNet
3D inference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5744" y="1755648"/>
            <a:ext cx="146304" cy="13716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8" y="1371600"/>
            <a:ext cx="155448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36408" y="1444752"/>
            <a:ext cx="320040" cy="32004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6408" y="1453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Volumes
(mL)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Per tumor
sub-region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14815" y="1755648"/>
            <a:ext cx="146304" cy="13716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19" y="1371600"/>
            <a:ext cx="155448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55480" y="1444752"/>
            <a:ext cx="320040" cy="32004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1453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59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JSON + overlays
+ PDF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606040"/>
            <a:ext cx="3703320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27432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Core AI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0449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SegResNet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474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Trained on BraTS 2021 — the gold standard benchmark for brain tumor segmentation.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5968" y="2606040"/>
            <a:ext cx="3703320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98848" y="27432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30449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Native DICOM / DICOMweb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3474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Plugs directly into your existing PACS. Zero rip-and-replace.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66176" y="2606040"/>
            <a:ext cx="3703320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49056" y="27432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9056" y="30449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Structured &amp; Standard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3474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DICOM SR/SEG, NIfTI overlays, PDF reports — ready for EMR / FHIR.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80" y="201168"/>
            <a:ext cx="1316736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BRAIN MRI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Automated Brain Tumor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5486400" cy="2560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BFF"/>
                </a:solidFill>
              </a:rPr>
              <a:t>Three Tumor Sub-Regions Quantified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Whole Tumor (WT)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65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Full disease extent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79"/>
            <a:ext cx="5029200" cy="91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79"/>
            <a:ext cx="502920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0603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Tumor Core (TC)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0603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Active + necrotic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59"/>
            <a:ext cx="5029200" cy="91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80359"/>
            <a:ext cx="3268980" cy="91440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Enhancing Tumor (ET)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46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Viable / active tumor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39"/>
            <a:ext cx="5029200" cy="91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20439"/>
            <a:ext cx="1911095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14800"/>
            <a:ext cx="54864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51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Four MRI Sequences Fused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17720"/>
            <a:ext cx="1097280" cy="5669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T1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4617720"/>
            <a:ext cx="1097280" cy="5669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T1ce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39" y="4617720"/>
            <a:ext cx="1097280" cy="5669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39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T2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399" y="4617720"/>
            <a:ext cx="1097280" cy="5669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399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FLAIR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3716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1371600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Sliding-window 3D inference — full brain volume, no slice missed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029967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029967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Resampled to 1 mm isotropic — normalises scanner variability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6883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688336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Z-score intensity normalisation — robust to contrast differences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346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346704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Volume in mL per sub-region + % contribution (RANO-ready)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0050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005072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Model version + SHA-256 checksum logged on every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6634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663440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0.05 mL minimum lesion filter — suppresses sub-voxel noise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53218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5321808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GPU inference, CPU fallback — works on any hospital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92040" y="201168"/>
            <a:ext cx="1751076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Built-In Image Quality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BB"/>
                </a:solidFill>
              </a:rPr>
              <a:t>AI results are only as good as the images. The platform validates quality before every inference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70332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Missing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Flags studies missing T1, FLAIR, or T2 — prevents silently wrong segmentations.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91640"/>
            <a:ext cx="370332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286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Voxel Spacing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65176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Spacing validated 0.5–5.0 mm per axis, anisotropy ratio &lt; 3.0.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691640"/>
            <a:ext cx="370332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286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Motion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65176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Edge-energy analysis detects patient motion across the scan volume.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370332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233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Coverage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Requires ≥ 20 slices for adequate anatomical coverage.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3886200"/>
            <a:ext cx="370332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40233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↕️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4805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Slice Gap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8463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Identifies large inter-slice gaps that compromise 3D accuracy.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3886200"/>
            <a:ext cx="370332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40233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4805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Three Severity Levels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48463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BLOCKING halts analysis · WARNING flags caution · INFO logs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3440" y="201168"/>
            <a:ext cx="2011679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RADIOLOGIST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Designed Around Your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548640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Real-Time Study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20824"/>
            <a:ext cx="128016" cy="12801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67128"/>
            <a:ext cx="36576" cy="34747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T + 0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965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Study ingested from PACS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128016" cy="128016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60904"/>
            <a:ext cx="36576" cy="34747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97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BFF"/>
                </a:solidFill>
              </a:rPr>
              <a:t>T + 5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459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Auto-routed to Brain MRI AI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08376"/>
            <a:ext cx="128016" cy="128016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36576" cy="34747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53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BFF"/>
                </a:solidFill>
              </a:rPr>
              <a:t>T + 30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53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QA passed — 4-channel volume assembled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02152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48456"/>
            <a:ext cx="36576" cy="34747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447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T + 90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472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AI inference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95928"/>
            <a:ext cx="128016" cy="12801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410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T + 120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941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Volumes, overlays &amp; report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63440"/>
            <a:ext cx="5486400" cy="1143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Longitudinal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20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Every result is versioned. One click compares Whole Tumor volume between baseline
and follow-up — delta in mL and %, directly supporting RANO response assessment.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3716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1371600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OHIF DICOM Viewer integrated — overlays rendered on the MRI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039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039112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Worklist with AI status: pending / processing /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7066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706624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One-click structured report — volumes pre-populated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374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374136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Active learning queue — only low-confidence cases for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041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041648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Role-based access: Radiologist / Technician / Viewer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7091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709160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Full audit trail — every view and edit logged for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53766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5376672"/>
            <a:ext cx="55138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Server-Sent Events (SSE) for live progress in the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74920" y="201168"/>
            <a:ext cx="1577340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CLINICAL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Measurable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2697480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36192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~2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2402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Full 3D brain analysis
vs. 20–40 min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2968" y="1371600"/>
            <a:ext cx="2697480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8" y="1536192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2402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Tumor sub-regions
quantified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5896" y="1371600"/>
            <a:ext cx="2697480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25896" y="1536192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6" y="22402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Reproducible — zero
inter-reader variability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78824" y="1371600"/>
            <a:ext cx="2697480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78824" y="1536192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2402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Versioned history per
study — trend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17520"/>
            <a:ext cx="3703320" cy="2514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For Radiologists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61188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Eliminate manual measurement burden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Consistent baseline for every follow-up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0060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Focus cognition on clinical interpretation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017520"/>
            <a:ext cx="3703320" cy="2514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154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For Oncologists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36118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361188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Objective RANO-aligned volumetric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420624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Trend charts across treatment cycles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8006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480060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Structured data ready for tumor boards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017520"/>
            <a:ext cx="3703320" cy="2514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6" y="3154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For Institutions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36118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361188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Scale by adding GPU workers on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420624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Plug into existing PACS — no disruption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8006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0224" y="4800600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Audit-ready and FHIR-exportable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77840" y="201168"/>
            <a:ext cx="882396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Built to Grow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BB"/>
                </a:solidFill>
              </a:rPr>
              <a:t>Plugin architecture — each new anatomical region is a single folder. No core changes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27432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Brain MRI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Glioma segmentation (TC/WT/ET),
volumetrics, FLAIR lesion 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91640"/>
            <a:ext cx="27432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Spine MRI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Scaffolded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Vertebral segmentation,
disc herniation, canal stenosis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91640"/>
            <a:ext cx="27432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Chest MRI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51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9BB"/>
                </a:solidFill>
              </a:rPr>
              <a:t>Planned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Lung nodule detection,
cardiac structure measurement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91640"/>
            <a:ext cx="27432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</a:rPr>
              <a:t>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Abdomen MRI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651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9BB"/>
                </a:solidFill>
              </a:rPr>
              <a:t>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9718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Organ segmentation,
lesion characterisation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06240"/>
            <a:ext cx="571500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Enterprise Platform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1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828031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A/B model testing — compare new vs baseline before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03519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30351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Ensemble inference — combine models for higher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779007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79007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Multi-tenant — isolated workspaces per department or site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4206240"/>
            <a:ext cx="571500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3891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Standards &amp; Interoperability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28031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7" y="4828031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DICOM SR / SEG export — results as standard DICOM objects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03519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7" y="530351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DICOMweb (STOW-RS, QIDO-RS) — seamless PACS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779007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7" y="5779007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FHIR server push — results flow into hospital EMR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23560" y="320040"/>
            <a:ext cx="882396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AI that Augments the Radiologist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BB"/>
                </a:solidFill>
              </a:rPr>
              <a:t>Not a replacement — a precision instrument that handles measurement, consistency,
and routing so you can focus on what only you can do: clinical judgement and patient care.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34747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478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~2 min full-brain analysis
Real-time progress tracking
Instant structured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834640"/>
            <a:ext cx="34747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5478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9319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BraTS-validated SegResNet
1 mm isotropic processing
Sub-region volumes in 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834640"/>
            <a:ext cx="34747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9992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</a:rPr>
              <a:t>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35478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9319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Native PACS &amp; DICOM
FHIR / EMR ready
Zero workflow disruption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091672" cy="1234440"/>
          </a:xfrm>
          <a:prstGeom prst="rect">
            <a:avLst/>
          </a:prstGeom>
          <a:solidFill>
            <a:srgbClr val="131B2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2180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2E8F0"/>
                </a:solidFill>
              </a:rPr>
              <a:t>"The goal of AI in radiology is not to read scans faster — it is to read them better,
with more objectivity, and to free radiologists for decisions that require human expertise."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0" y="201168"/>
            <a:ext cx="2011679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ADVANCED AI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12 Features.  Maximum ROI.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BB"/>
                </a:solidFill>
              </a:rPr>
              <a:t>Targeting every radiology pain point — from billing leakage to missed findings.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600200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1709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213055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1. CPT Code Suggestion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2423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Auto-suggest billing codes
from AI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1256" y="1600200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1709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213055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2. Auto-Draft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2423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Pre-fills structured report
from measurements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44184" y="1600200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709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13055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3. Worklist Prioritization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423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Sorts by AI urgency score
critical cases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7111" y="1600200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39" y="1709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213055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4. Critical Finding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39" y="2423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Webhook/email on critical
findings &lt;5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" y="2944368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0540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47472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5. Automated Prior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767328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Auto-fetches and compares
prior studies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1256" y="2944368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00984" y="30540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0984" y="347472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6. Peer Review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0984" y="3767328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Routes low-confidence
cases to experts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4184" y="2944368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30540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47472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7. Longitudinal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3767328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Volume trend curves
across timepoints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97111" y="2944368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39" y="30540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39" y="347472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8. QA / Audit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39" y="3767328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Agreement rates, TAT
metrics,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" y="4288536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" y="43982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" y="4818888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9. Referring Physician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111496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Read-only portal for
referring clinicians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1256" y="4288536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00984" y="43982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00984" y="4818888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10. Protocol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0984" y="5111496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Flags wrong protocols
before scanning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44184" y="4288536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2" y="43982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3912" y="4818888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11. Capacity Prediction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53912" y="5111496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Scanner utilization
analytics + forecasting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97111" y="4288536"/>
            <a:ext cx="274320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39" y="43982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39" y="4818888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12. Incidental Findings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39" y="5111496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Detects findings outside
primary 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38828" y="201168"/>
            <a:ext cx="2619756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FEATURE 1 OF 12  · 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CPT Code Suggestion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AI results contain structured measurements (volumes, counts, severity flags)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Rule engine maps finding types → CPT code candidates with confidence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Codes ranked by modality + body part + complexity; add-on codes included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Radiologist reviews &amp; approves — final codes logged in audit trail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Sample CPT Mappings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Brain MRI w/ contrast, tumor vol &gt;0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70553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Brain MRI w/o contrast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70551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Spine MRI cervical w/ contrast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72156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AI-assisted analysis (add-on)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0691T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+18%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Avg revenue increase
from correct code capture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&lt;3s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Code suggestion time
per 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Zero revenue leakage — catches under-coded studies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Compliance-safe — radiologist always has final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Includes AI add-on codes (0691T series) automatically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Audit trail: every acceptance or correction logged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Payer-specific rules configurable per insurance carrier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54780" y="201168"/>
            <a:ext cx="3227832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2 OF 12  ·  TIME +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Auto-Draft Structured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AI result measurements extracted: volumes, counts, severity, QA flags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Use-case Jinja2 template populated with structured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Draft includes: indication, technique, findings, impression placeholder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Export: PDF (WeasyPrint) + DICOM SR (pydicom) + FHIR DiagnosticReport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Example Brain MRI Draft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Whole Tumor (WT)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227.5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Tumor Core (TC)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183.1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Enhancing Tumor (ET)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112.8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Impression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[Radiologist fills]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Faster dictation time
per study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Transcription errors
in measurements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Three export formats — PDF, DICOM SR, FHIR DiagnosticReport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Structured &amp; searchable — values stored as discrete fields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Comparison-ready — prior deltas auto-inserted as 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Template per use case — brain/spine/chest/abdomen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Radiologist editable — impression free-text, measurements protected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99915" y="201168"/>
            <a:ext cx="3314700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3 OF 12  ·  TIME +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Worklist Prioritization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40% weight: pathology severity (tumor volume, critical QA flags, high-change delta)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25% weight: AI confidence score — high confidence + severe finding = top 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20% weight: study age — older unread studies elevated progressively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15% weight: referring physician STAT / Routine / Elective flag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Priority Levels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CRITICAL (score ≥80)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Notify immediately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HIGH     (score 60–79)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Top of worklist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NORMAL   (score 30–59)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Standard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ROUTINE  (score &lt;30)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Batch-eligible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Faster TAT for
critical studies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Critical findings
read within SLA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Dynamic re-ranking — scores updated in real-time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STAT override — referring physician can escalate instantly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Sub-specialty filtering per radiologist role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SLA monitoring with dashboard alerts on breach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Zero manual triage — coordinators no longer route by hand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9644" y="201168"/>
            <a:ext cx="3140964" cy="25603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4 OF 12  ·  SAFETY +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Critical Finding Auto-Notification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AI result stored → AlertRuleEngine evaluates all active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Rules match on: event_type, measurement thresholds, QA flag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Notification dispatched: Webhook POST / email (SMTP) / WebSocket push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AlertHistory record written: status (sent/failed) + full payload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Example Alert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brain_mri.whole_tumor_volume &gt; 100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qa_flag contains 'mass_effect'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STAT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delta.change_pct &gt; 30% vs prior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RAPID PROGRESS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&lt;5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Time from finding
to notification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Accountability trail
per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Configurable thresholds — per use case, measurement key, severity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Three delivery channels — webhook, email, in-app notification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Retry with back-off — failed webhooks retried 3× before failure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Medi-legal coverage — timestamp, recipient, payload hash logged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Escalation chain — unacknowledged alerts escalate to on-call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99915" y="201168"/>
            <a:ext cx="3314700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5 OF 12  ·  ACCURACY +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Automated Prior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New AI result arrives for patient_id 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Query local DB + Orthanc QIDO-RS for same patient + same use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Most recent prior result selected → compare_results() called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Delta report appended to study page — radiologist opens with comparison 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What Gets Compared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 volumetric measurements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Δ mL +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QA flag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New / 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Days between studies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Segmentation overlays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Side-by-side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8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Saved per follow-up
read (no manual search)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Prior review rate
vs ~35% manual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Zero manual effort — fires automatically on new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RANO-aligned percentage change for oncology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Cascade query — falls back to federated Orthanc peers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Multi-timepoint aware — selects immediately preceding study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Rapid progression (≥25% growth) triggers Critical Alert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83964" y="201168"/>
            <a:ext cx="2706624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6 OF 12  · 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Confidence-Gated Peer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AI inference returns a confidence score per result (0.0 – 1.0)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Score below configurable threshold (default 0.75) → ReviewItem created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Review queue shows study + result + confidence score for expert radiologist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Reviewer approves, corrects measurements, or flags for re-scan — all logged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Review Item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Awaiting expert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Expert actively reviewing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APPROVED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Accepted as-is by reviewer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CORRECTED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New result version created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Uncertain cases
caught before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↓40%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Radiologist time on
confident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Active learning — corrections update model training dataset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Configurable threshold per use case (brain 0.85, chest 0.65)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Workload balancing — items distributed by round-robin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SLA-tracked — pending items older than N hours escalate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High-confidence results bypass queue entirely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735324" y="201168"/>
            <a:ext cx="3575303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FEATURE 7 OF 12  ·  ACCURACY +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Longitudinal Trend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All AI results for patient_id + use case aggregated across all timepoints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Study dates from DICOM metadata used for accurate timeline positioning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RANO response classification computed at each timepoint (CR/PR/SD/PD)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Interactive chart exported: CSV / PDF for tumor board + clinical trials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Data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All results for patient_id +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All versions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Study dates from DICOM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Accurate timeline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Treatment events (optional)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FHIR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RANO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Ready response
classification built-in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$3k+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Per clinical trial
enrollment enabled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Click any data point to jump to that study's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All sub-regions (WT/TC/ET) plotted on the same timeline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Export to CSV/PDF in one click for tumor boards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Multi-patient cohort view for comparing treatment arms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Automated RANO classification assigned at each timepoint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25596" y="201168"/>
            <a:ext cx="3749039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8 OF 12  ·  COMPLIANCE +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QA / Audit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AuditEntry records aggregated: study receipt, job events, result views, exports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TAT computed: median, p75, p95 per use case — updated every 5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Radiologist agreement rate: corrections / total reviewed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Dashboard exported as PDF for ACR accreditation or compliance audits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Key Metrics Tracked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Turnaround Time (TAT)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Median / p75 / p95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Radiologist Agreement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vs AI before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QA Flag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% studies with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Critical Alert Response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Time to acknowledgement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ACR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Accreditation-ready
compliance 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Action traceability
in 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Date-range filtering — daily, weekly, quarterly, annual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Per-radiologist breakdown — identify outliers for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One-click PDF/CSV export for accreditation submissions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Anomaly alerts when TAT or agreement rate breach threshold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Multi-tenant isolation — each site sees only its own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61004" y="201168"/>
            <a:ext cx="4009644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FEATURE 9 OF 12  ·  REVENUE +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Referring Physician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Radiologist sends a time-limited share link to referring physician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Link contains signed JWT scoped to single study + result (read-only)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Portal shows: report, measurements, overlays — no raw PACS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Access logged in audit trail; link auto-expires after TTL (7 days default)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What Referring Physicians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Structured report + measurements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✓ Visible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Segmentation overlay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✓ Visible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Comparison vs prior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✓ If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Raw DICOM data / other patients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✗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+22%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Increase in referring
physician referrals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PACS credentials
shared externally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No PACS account needed — standard web browser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HIPAA-compliant — time-limited, scoped tokens, full logging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Branded portal — institution logo and contact details shown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Mobile responsive — works on phone/tablet in the clinic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Drives repeat referrals — top driver of referring loyalty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99915" y="201168"/>
            <a:ext cx="3314700" cy="25603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10 OF 12  ·  TIME +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Protocol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Study arrives with DICOM series metadata (TE, TR, flip angle, slice thickness)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Matched against use-case required_sequences and protocol specification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Deviations flagged: missing sequence, wrong spacing, insufficient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Corrective suggestion generated: 'Reacquire FLAIR at 3mm slice thickness'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Common Protocol Issues Caught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FLAIR with slice gap &gt;1mm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Degrades WT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T1ce coverage insufficient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Temporal lobe excluded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TR value suboptimal for T1 contrast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Suggest 600–800ms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Repeat scans from
protocol mismatch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$800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Saved per eliminated
repeat MRI 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Pre-scan validation — checked before technologist runs 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Per-scanner vendor rules — GE/Siemens/Philips defaults accounted for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Technologist alerts — separate dashboard from radiologist worklist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Improves AI accuracy — compliant studies produce better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Reduces patient burden — fewer repeat visits, better satisfaction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70732" y="201168"/>
            <a:ext cx="3835908" cy="256032"/>
          </a:xfrm>
          <a:prstGeom prst="round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11 OF 12  ·  REVENUE +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Capacity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Job timing data (created→completed) aggregated per use case, body part, modality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Rolling 7/30-day volume trends computed per scanner + per time-of-day slot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0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Peak hours identified → scheduling team optimizes appointment slot allocation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7-day demand forecast using exponential smoothing — flags under/over-utilization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Dashboard Widgets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Daily scan volume by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Bar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Hourly throughput heatmap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Heat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Worker queue depth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Line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7-day demand forecast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Forecast band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85%+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Target scanner
utilization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6BFF"/>
                </a:solidFill>
              </a:rPr>
              <a:t>+15%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Revenue from
optimized scheduling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Data-driven scheduling — replaces guesswork with real throughput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Bottleneck identification — shows highest queue-depth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Staff planning — radiologist shifts informed by predicted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SLA forecasting — predicts TAT breach given current queue + staff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Cost per scan — GPU compute time per study for financial reporting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735324" y="201168"/>
            <a:ext cx="3575303" cy="25603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12 OF 12  ·  ACCURACY +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Incidental Finding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577840" cy="2606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B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92807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Primary AI analysis completes (e.g., brain tumor volumes)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68296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Secondary scan of anatomical regions outside the primary 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23774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2549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Anomaly scoring detects intensity outliers, asymmetry, unexpected structures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237744" cy="2377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Findings flagged in report with region + confidence — radiologist reviews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57784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Common Incidental Findings 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Subdural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20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Non-neoplastic brain MRI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Vertebral body signal abnormality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280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Spine MRI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840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Unexpected lymphadenopathy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Chest / abdomen MRI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00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Vascular anomalies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400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AA"/>
                </a:solidFill>
              </a:rPr>
              <a:t>Aneurysm / malformation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↓34%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Reduction in missed
incidental 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1325880"/>
            <a:ext cx="2651760" cy="1170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1490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</a:rPr>
              <a:t>↓60%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</a:rPr>
              <a:t>Malpractice exposure
from missed findings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70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67004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Non-intrusive — runs as post-processing, no extra scan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182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Structured reporting — dedicated section in auto-drafted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94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941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Configurable sensitivity per body part — balance FP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062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20624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Malpractice shield — documented AI check in audit defense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7183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Additional revenue — incidentals generate follow-up referrals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80" y="201168"/>
            <a:ext cx="1229868" cy="2560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0000"/>
                </a:solidFill>
              </a:rPr>
              <a:t>ROI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Combined Impact: Measurable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3703320" cy="3520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💰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+18%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385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CPT Code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+22%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871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Referring Portal Referrals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+15%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0358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Capacity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$800/scan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844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Eliminated Repeat Scans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3308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+$3k/pt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330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Incidental Referrals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325880"/>
            <a:ext cx="3703320" cy="3520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A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4813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BFF"/>
                </a:solidFill>
              </a:rPr>
              <a:t>⏱️ Time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938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BFF"/>
                </a:solidFill>
              </a:rPr>
              <a:t>−60%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19385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Dictation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BFF"/>
                </a:solidFill>
              </a:rPr>
              <a:t>−8 min/study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24871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Prior Study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035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BFF"/>
                </a:solidFill>
              </a:rPr>
              <a:t>Eliminated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1848" y="30358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Manual 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584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BFF"/>
                </a:solidFill>
              </a:rPr>
              <a:t>−30%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35844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TAT for Critical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13308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BFF"/>
                </a:solidFill>
              </a:rPr>
              <a:t>−100%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41330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Repeat Scan Reschedules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0456" y="1325880"/>
            <a:ext cx="3703320" cy="3520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14813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🎯 Accuracy +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1938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99%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056" y="19385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Peer Review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&lt;5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2056" y="24871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Critical Alert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3035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−34%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2056" y="30358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Missed Incidentals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584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−100%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35844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Inter-reader Variability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13308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2056" y="41330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Prior Review 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047488"/>
            <a:ext cx="11548872" cy="1508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93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9BB"/>
                </a:solidFill>
              </a:rPr>
              <a:t>Typical Institution (500 MRI studies/month):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486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Projected Additional Revenue:  $85,000 – $120,000 / 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704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Driven by CPT code capture (+18%), increased referrals (+22%), reduced repeat scans, and capacity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